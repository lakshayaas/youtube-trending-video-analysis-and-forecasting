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57" d="100"/>
          <a:sy n="57" d="100"/>
        </p:scale>
        <p:origin x="6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EE8D-C037-477D-A65F-28B17B9F3AF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EFC4D-5288-4A26-8CB8-F38B00AC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569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EE8D-C037-477D-A65F-28B17B9F3AF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EFC4D-5288-4A26-8CB8-F38B00AC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70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EE8D-C037-477D-A65F-28B17B9F3AF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EFC4D-5288-4A26-8CB8-F38B00AC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98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EE8D-C037-477D-A65F-28B17B9F3AF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EFC4D-5288-4A26-8CB8-F38B00AC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82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EE8D-C037-477D-A65F-28B17B9F3AF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EFC4D-5288-4A26-8CB8-F38B00AC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493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EE8D-C037-477D-A65F-28B17B9F3AF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EFC4D-5288-4A26-8CB8-F38B00AC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18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EE8D-C037-477D-A65F-28B17B9F3AF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EFC4D-5288-4A26-8CB8-F38B00AC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432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EE8D-C037-477D-A65F-28B17B9F3AF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EFC4D-5288-4A26-8CB8-F38B00AC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1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EE8D-C037-477D-A65F-28B17B9F3AF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EFC4D-5288-4A26-8CB8-F38B00AC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04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EE8D-C037-477D-A65F-28B17B9F3AF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EFC4D-5288-4A26-8CB8-F38B00AC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97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EE8D-C037-477D-A65F-28B17B9F3AF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EFC4D-5288-4A26-8CB8-F38B00AC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615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8EE8D-C037-477D-A65F-28B17B9F3AF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DEFC4D-5288-4A26-8CB8-F38B00AC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351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YouTube </a:t>
            </a:r>
            <a:r>
              <a:rPr lang="en-US"/>
              <a:t>Trending </a:t>
            </a:r>
            <a:r>
              <a:rPr lang="en-US" smtClean="0"/>
              <a:t>Video </a:t>
            </a:r>
            <a:r>
              <a:rPr lang="en-US" dirty="0"/>
              <a:t>Analysis and </a:t>
            </a:r>
            <a:r>
              <a:rPr lang="en-US" dirty="0" smtClean="0"/>
              <a:t>Forecasting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By:- </a:t>
            </a:r>
            <a:r>
              <a:rPr lang="en-US" dirty="0" err="1" smtClean="0"/>
              <a:t>Lakshayaa</a:t>
            </a:r>
            <a:r>
              <a:rPr lang="en-US" dirty="0" smtClean="0"/>
              <a:t> Sundararajan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756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Analyze </a:t>
            </a:r>
            <a:r>
              <a:rPr lang="en-US" dirty="0"/>
              <a:t>the data of YouTube trending videos to uncover trends in video viewing patterns. </a:t>
            </a:r>
            <a:endParaRPr lang="en-US" dirty="0" smtClean="0"/>
          </a:p>
          <a:p>
            <a:r>
              <a:rPr lang="en-US" dirty="0" smtClean="0"/>
              <a:t>Understand </a:t>
            </a:r>
            <a:r>
              <a:rPr lang="en-US" dirty="0"/>
              <a:t>factors that affect the popularity of a video. </a:t>
            </a:r>
          </a:p>
          <a:p>
            <a:r>
              <a:rPr lang="en-US" dirty="0" smtClean="0"/>
              <a:t>Parse </a:t>
            </a:r>
            <a:r>
              <a:rPr lang="en-US" dirty="0"/>
              <a:t>and get meaningful information from video titles with NLP. </a:t>
            </a:r>
            <a:endParaRPr lang="en-US" dirty="0" smtClean="0"/>
          </a:p>
          <a:p>
            <a:r>
              <a:rPr lang="en-US" dirty="0" smtClean="0"/>
              <a:t>Using </a:t>
            </a:r>
            <a:r>
              <a:rPr lang="en-US" dirty="0"/>
              <a:t>historic data, predict future viewing patterns. </a:t>
            </a:r>
            <a:endParaRPr lang="en-US" dirty="0" smtClean="0"/>
          </a:p>
          <a:p>
            <a:r>
              <a:rPr lang="en-US" dirty="0" smtClean="0"/>
              <a:t>Share </a:t>
            </a:r>
            <a:r>
              <a:rPr lang="en-US" dirty="0"/>
              <a:t>results in </a:t>
            </a:r>
            <a:r>
              <a:rPr lang="en-US" dirty="0" err="1"/>
              <a:t>visualisations</a:t>
            </a:r>
            <a:r>
              <a:rPr lang="en-US" dirty="0"/>
              <a:t> and analysis.</a:t>
            </a:r>
          </a:p>
        </p:txBody>
      </p:sp>
    </p:spTree>
    <p:extLst>
      <p:ext uri="{BB962C8B-B14F-4D97-AF65-F5344CB8AC3E}">
        <p14:creationId xmlns:p14="http://schemas.microsoft.com/office/powerpoint/2010/main" val="1491151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Dataset and Features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 </a:t>
            </a:r>
            <a:r>
              <a:rPr lang="en-US" dirty="0"/>
              <a:t>obtained from </a:t>
            </a:r>
            <a:r>
              <a:rPr lang="en-US" dirty="0" err="1"/>
              <a:t>Kaggle</a:t>
            </a:r>
            <a:r>
              <a:rPr lang="en-US" dirty="0"/>
              <a:t>. </a:t>
            </a:r>
            <a:r>
              <a:rPr lang="en-US" dirty="0" smtClean="0"/>
              <a:t> </a:t>
            </a:r>
          </a:p>
          <a:p>
            <a:r>
              <a:rPr lang="en-US" dirty="0" smtClean="0"/>
              <a:t>Provides </a:t>
            </a:r>
            <a:r>
              <a:rPr lang="en-US" dirty="0"/>
              <a:t>details on popular YouTube videos. </a:t>
            </a:r>
            <a:endParaRPr lang="en-US" dirty="0" smtClean="0"/>
          </a:p>
          <a:p>
            <a:r>
              <a:rPr lang="en-US" dirty="0" smtClean="0"/>
              <a:t>Video </a:t>
            </a:r>
            <a:r>
              <a:rPr lang="en-US" dirty="0"/>
              <a:t>title, Channel name, Category, publish date, Views, Likes, Dislikes, Comments, and Tags are some of the features included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Contains </a:t>
            </a:r>
            <a:r>
              <a:rPr lang="en-US" dirty="0"/>
              <a:t>numerical and textual data to analyze. </a:t>
            </a:r>
          </a:p>
          <a:p>
            <a:r>
              <a:rPr lang="en-US" dirty="0" smtClean="0"/>
              <a:t>Applicable </a:t>
            </a:r>
            <a:r>
              <a:rPr lang="en-US" dirty="0"/>
              <a:t>to EDA, NLP, and forecasting problems.</a:t>
            </a:r>
          </a:p>
        </p:txBody>
      </p:sp>
    </p:spTree>
    <p:extLst>
      <p:ext uri="{BB962C8B-B14F-4D97-AF65-F5344CB8AC3E}">
        <p14:creationId xmlns:p14="http://schemas.microsoft.com/office/powerpoint/2010/main" val="1208271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Imported </a:t>
            </a:r>
            <a:r>
              <a:rPr lang="en-US" dirty="0"/>
              <a:t>the data set using </a:t>
            </a:r>
            <a:r>
              <a:rPr lang="en-US" dirty="0" smtClean="0"/>
              <a:t>Pandas.</a:t>
            </a:r>
          </a:p>
          <a:p>
            <a:r>
              <a:rPr lang="en-US" dirty="0" smtClean="0"/>
              <a:t>Removed </a:t>
            </a:r>
            <a:r>
              <a:rPr lang="en-US" dirty="0"/>
              <a:t>duplicate records. </a:t>
            </a:r>
          </a:p>
          <a:p>
            <a:r>
              <a:rPr lang="en-US" dirty="0" smtClean="0"/>
              <a:t>Handled </a:t>
            </a:r>
            <a:r>
              <a:rPr lang="en-US" dirty="0"/>
              <a:t>missing values. </a:t>
            </a:r>
          </a:p>
          <a:p>
            <a:r>
              <a:rPr lang="en-US" dirty="0" smtClean="0"/>
              <a:t>Converted </a:t>
            </a:r>
            <a:r>
              <a:rPr lang="en-US" dirty="0"/>
              <a:t>date columns into </a:t>
            </a:r>
            <a:r>
              <a:rPr lang="en-US" dirty="0" err="1"/>
              <a:t>datetime</a:t>
            </a:r>
            <a:r>
              <a:rPr lang="en-US" dirty="0"/>
              <a:t> format. </a:t>
            </a:r>
            <a:endParaRPr lang="en-US" dirty="0" smtClean="0"/>
          </a:p>
          <a:p>
            <a:r>
              <a:rPr lang="en-US" dirty="0" smtClean="0"/>
              <a:t>Validated </a:t>
            </a:r>
            <a:r>
              <a:rPr lang="en-US" dirty="0"/>
              <a:t>data types, cleaned the data set for analysis.</a:t>
            </a:r>
          </a:p>
        </p:txBody>
      </p:sp>
    </p:spTree>
    <p:extLst>
      <p:ext uri="{BB962C8B-B14F-4D97-AF65-F5344CB8AC3E}">
        <p14:creationId xmlns:p14="http://schemas.microsoft.com/office/powerpoint/2010/main" val="721747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Exploratory </a:t>
            </a:r>
            <a:r>
              <a:rPr lang="en-US" dirty="0"/>
              <a:t>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Conducted </a:t>
            </a:r>
            <a:r>
              <a:rPr lang="en-US" dirty="0"/>
              <a:t>analysis of video categories. </a:t>
            </a:r>
            <a:endParaRPr lang="en-US" dirty="0" smtClean="0"/>
          </a:p>
          <a:p>
            <a:r>
              <a:rPr lang="en-US" dirty="0" smtClean="0"/>
              <a:t>Developed </a:t>
            </a:r>
            <a:r>
              <a:rPr lang="en-US" dirty="0"/>
              <a:t>a list of the most popular YouTube channels. </a:t>
            </a:r>
            <a:endParaRPr lang="en-US" dirty="0" smtClean="0"/>
          </a:p>
          <a:p>
            <a:r>
              <a:rPr lang="en-US" dirty="0" smtClean="0"/>
              <a:t>Made </a:t>
            </a:r>
            <a:r>
              <a:rPr lang="en-US" dirty="0"/>
              <a:t>comparisons of views, likes, comments and dislikes. </a:t>
            </a:r>
            <a:endParaRPr lang="en-US" dirty="0" smtClean="0"/>
          </a:p>
          <a:p>
            <a:r>
              <a:rPr lang="en-US" dirty="0" smtClean="0"/>
              <a:t>Analyzed </a:t>
            </a:r>
            <a:r>
              <a:rPr lang="en-US" dirty="0"/>
              <a:t>publishing patterns by day of the week. </a:t>
            </a:r>
          </a:p>
          <a:p>
            <a:r>
              <a:rPr lang="en-US" dirty="0" smtClean="0"/>
              <a:t>Created </a:t>
            </a:r>
            <a:r>
              <a:rPr lang="en-US" dirty="0"/>
              <a:t>charts to show the relationships between quantities.</a:t>
            </a:r>
          </a:p>
        </p:txBody>
      </p:sp>
    </p:spTree>
    <p:extLst>
      <p:ext uri="{BB962C8B-B14F-4D97-AF65-F5344CB8AC3E}">
        <p14:creationId xmlns:p14="http://schemas.microsoft.com/office/powerpoint/2010/main" val="590748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Language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Processed </a:t>
            </a:r>
            <a:r>
              <a:rPr lang="en-US" dirty="0"/>
              <a:t>video title and tags</a:t>
            </a:r>
            <a:r>
              <a:rPr lang="en-US" dirty="0" smtClean="0"/>
              <a:t>.</a:t>
            </a:r>
          </a:p>
          <a:p>
            <a:r>
              <a:rPr lang="en-US" dirty="0" smtClean="0"/>
              <a:t>Performed </a:t>
            </a:r>
            <a:r>
              <a:rPr lang="en-US" dirty="0"/>
              <a:t>text preprocessing. </a:t>
            </a:r>
          </a:p>
          <a:p>
            <a:r>
              <a:rPr lang="en-US" dirty="0" smtClean="0"/>
              <a:t>Conducted </a:t>
            </a:r>
            <a:r>
              <a:rPr lang="en-US" dirty="0"/>
              <a:t>sentiment analysis. </a:t>
            </a:r>
            <a:endParaRPr lang="en-US" dirty="0" smtClean="0"/>
          </a:p>
          <a:p>
            <a:r>
              <a:rPr lang="en-US" dirty="0" smtClean="0"/>
              <a:t>Extracted </a:t>
            </a:r>
            <a:r>
              <a:rPr lang="en-US" dirty="0"/>
              <a:t>keywords using the TF-IDF algorithm. </a:t>
            </a:r>
          </a:p>
          <a:p>
            <a:r>
              <a:rPr lang="en-US" dirty="0" smtClean="0"/>
              <a:t>Found </a:t>
            </a:r>
            <a:r>
              <a:rPr lang="en-US" dirty="0"/>
              <a:t>similarities within videos that were popular.</a:t>
            </a:r>
          </a:p>
        </p:txBody>
      </p:sp>
    </p:spTree>
    <p:extLst>
      <p:ext uri="{BB962C8B-B14F-4D97-AF65-F5344CB8AC3E}">
        <p14:creationId xmlns:p14="http://schemas.microsoft.com/office/powerpoint/2010/main" val="1936167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Organized </a:t>
            </a:r>
            <a:r>
              <a:rPr lang="en-US" dirty="0"/>
              <a:t>historical view data chronologically. </a:t>
            </a:r>
            <a:r>
              <a:rPr lang="en-US" dirty="0" smtClean="0"/>
              <a:t> </a:t>
            </a:r>
          </a:p>
          <a:p>
            <a:r>
              <a:rPr lang="en-US" dirty="0" smtClean="0"/>
              <a:t>Used </a:t>
            </a:r>
            <a:r>
              <a:rPr lang="en-US" dirty="0"/>
              <a:t>the Exponential Smoothing model. </a:t>
            </a:r>
            <a:endParaRPr lang="en-US" dirty="0" smtClean="0"/>
          </a:p>
          <a:p>
            <a:r>
              <a:rPr lang="en-US" dirty="0" smtClean="0"/>
              <a:t>Predicted </a:t>
            </a:r>
            <a:r>
              <a:rPr lang="en-US" dirty="0"/>
              <a:t>viewing projections. </a:t>
            </a:r>
            <a:endParaRPr lang="en-US" dirty="0" smtClean="0"/>
          </a:p>
          <a:p>
            <a:r>
              <a:rPr lang="en-US" dirty="0" smtClean="0"/>
              <a:t>Made </a:t>
            </a:r>
            <a:r>
              <a:rPr lang="en-US" dirty="0"/>
              <a:t>comparisons between historical and predicted </a:t>
            </a:r>
            <a:r>
              <a:rPr lang="en-US" dirty="0" smtClean="0"/>
              <a:t>values. </a:t>
            </a:r>
            <a:endParaRPr lang="en-US" dirty="0"/>
          </a:p>
          <a:p>
            <a:r>
              <a:rPr lang="en-US" dirty="0" smtClean="0"/>
              <a:t>Interpreted </a:t>
            </a:r>
            <a:r>
              <a:rPr lang="en-US" dirty="0"/>
              <a:t>graphs to present forecast results.</a:t>
            </a:r>
          </a:p>
        </p:txBody>
      </p:sp>
    </p:spTree>
    <p:extLst>
      <p:ext uri="{BB962C8B-B14F-4D97-AF65-F5344CB8AC3E}">
        <p14:creationId xmlns:p14="http://schemas.microsoft.com/office/powerpoint/2010/main" val="2226148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Videos that were trending were mostly entertainment related. </a:t>
            </a:r>
            <a:endParaRPr lang="en-US" dirty="0" smtClean="0"/>
          </a:p>
          <a:p>
            <a:r>
              <a:rPr lang="en-US" dirty="0" smtClean="0"/>
              <a:t>Generally</a:t>
            </a:r>
            <a:r>
              <a:rPr lang="en-US" dirty="0"/>
              <a:t>, the more highly viewed a post was, the more "likes" it received, and the more comments it received.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most common words in the text indicated the popular topics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Consistent future viewing trends were predicted. </a:t>
            </a:r>
            <a:endParaRPr lang="en-US" dirty="0" smtClean="0"/>
          </a:p>
          <a:p>
            <a:r>
              <a:rPr lang="en-US" dirty="0" smtClean="0"/>
              <a:t>Data </a:t>
            </a:r>
            <a:r>
              <a:rPr lang="en-US" dirty="0"/>
              <a:t>analysis gave insightful information on audience </a:t>
            </a:r>
            <a:r>
              <a:rPr lang="en-US" dirty="0" err="1"/>
              <a:t>behaviour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2336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Supplies </a:t>
            </a:r>
            <a:r>
              <a:rPr lang="en-US" dirty="0"/>
              <a:t>information about audience preferences to content creators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Helps </a:t>
            </a:r>
            <a:r>
              <a:rPr lang="en-US" dirty="0"/>
              <a:t>to plan marketing promotions. </a:t>
            </a:r>
            <a:endParaRPr lang="en-US" dirty="0" smtClean="0"/>
          </a:p>
          <a:p>
            <a:r>
              <a:rPr lang="en-US" dirty="0" smtClean="0"/>
              <a:t>Enables </a:t>
            </a:r>
            <a:r>
              <a:rPr lang="en-US" dirty="0"/>
              <a:t>trends analysis for businesses. </a:t>
            </a:r>
            <a:endParaRPr lang="en-US" dirty="0" smtClean="0"/>
          </a:p>
          <a:p>
            <a:r>
              <a:rPr lang="en-US" dirty="0" smtClean="0"/>
              <a:t>Can </a:t>
            </a:r>
            <a:r>
              <a:rPr lang="en-US" dirty="0"/>
              <a:t>be helpful in recommendation systems. </a:t>
            </a:r>
            <a:r>
              <a:rPr lang="en-US" dirty="0" smtClean="0"/>
              <a:t> </a:t>
            </a:r>
          </a:p>
          <a:p>
            <a:r>
              <a:rPr lang="en-US" dirty="0" smtClean="0"/>
              <a:t>Describes </a:t>
            </a:r>
            <a:r>
              <a:rPr lang="en-US" dirty="0"/>
              <a:t>real-world uses of data science.</a:t>
            </a:r>
          </a:p>
        </p:txBody>
      </p:sp>
    </p:spTree>
    <p:extLst>
      <p:ext uri="{BB962C8B-B14F-4D97-AF65-F5344CB8AC3E}">
        <p14:creationId xmlns:p14="http://schemas.microsoft.com/office/powerpoint/2010/main" val="866634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Able to perform YouTube trending data analysis with data science methods. </a:t>
            </a:r>
          </a:p>
          <a:p>
            <a:r>
              <a:rPr lang="en-US" dirty="0" smtClean="0"/>
              <a:t>Conducted </a:t>
            </a:r>
            <a:r>
              <a:rPr lang="en-US" dirty="0"/>
              <a:t>Data Pre-processing, EDA, NLP and Forecasting</a:t>
            </a:r>
            <a:r>
              <a:rPr lang="en-US" dirty="0" smtClean="0"/>
              <a:t>. </a:t>
            </a:r>
          </a:p>
          <a:p>
            <a:r>
              <a:rPr lang="en-US" dirty="0" smtClean="0"/>
              <a:t>Identified </a:t>
            </a:r>
            <a:r>
              <a:rPr lang="en-US" dirty="0"/>
              <a:t>important engagement patterns and popular content. </a:t>
            </a:r>
          </a:p>
          <a:p>
            <a:r>
              <a:rPr lang="en-US" dirty="0" smtClean="0"/>
              <a:t>Utilized </a:t>
            </a:r>
            <a:r>
              <a:rPr lang="en-US" dirty="0"/>
              <a:t>past data to make future predictions.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project illustrates the potential of data science to help in making better decisions on digital platforms.</a:t>
            </a:r>
          </a:p>
        </p:txBody>
      </p:sp>
    </p:spTree>
    <p:extLst>
      <p:ext uri="{BB962C8B-B14F-4D97-AF65-F5344CB8AC3E}">
        <p14:creationId xmlns:p14="http://schemas.microsoft.com/office/powerpoint/2010/main" val="171723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YouTube Trending Video Analysis and Forecasting</vt:lpstr>
      <vt:lpstr>Problem Statement</vt:lpstr>
      <vt:lpstr> Dataset and Features  </vt:lpstr>
      <vt:lpstr> Data Preprocessing</vt:lpstr>
      <vt:lpstr>Exploratory Data Analysis</vt:lpstr>
      <vt:lpstr>Natural Language Processing</vt:lpstr>
      <vt:lpstr>Time Series Forecasting</vt:lpstr>
      <vt:lpstr>Results</vt:lpstr>
      <vt:lpstr>Applications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YouTube Trending Videos Analysis and Forecasting</dc:title>
  <dc:creator>Administrator</dc:creator>
  <cp:lastModifiedBy>Administrator</cp:lastModifiedBy>
  <cp:revision>2</cp:revision>
  <dcterms:created xsi:type="dcterms:W3CDTF">2026-07-26T16:12:51Z</dcterms:created>
  <dcterms:modified xsi:type="dcterms:W3CDTF">2026-07-26T16:16:10Z</dcterms:modified>
</cp:coreProperties>
</file>